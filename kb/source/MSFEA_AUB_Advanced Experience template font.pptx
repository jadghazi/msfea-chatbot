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51" r:id="rId1"/>
  </p:sldMasterIdLst>
  <p:notesMasterIdLst>
    <p:notesMasterId r:id="rId10"/>
  </p:notesMasterIdLst>
  <p:sldIdLst>
    <p:sldId id="277" r:id="rId2"/>
    <p:sldId id="279" r:id="rId3"/>
    <p:sldId id="280" r:id="rId4"/>
    <p:sldId id="281" r:id="rId5"/>
    <p:sldId id="282" r:id="rId6"/>
    <p:sldId id="283" r:id="rId7"/>
    <p:sldId id="273" r:id="rId8"/>
    <p:sldId id="275" r:id="rId9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4572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9144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13716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18288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22860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27432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32004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36576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40032"/>
    <a:srgbClr val="929292"/>
    <a:srgbClr val="FFFFFF"/>
    <a:srgbClr val="910030"/>
    <a:srgbClr val="7916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381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D4D5D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381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027"/>
    <p:restoredTop sz="94733"/>
  </p:normalViewPr>
  <p:slideViewPr>
    <p:cSldViewPr snapToGrid="0">
      <p:cViewPr varScale="1">
        <p:scale>
          <a:sx n="52" d="100"/>
          <a:sy n="52" d="100"/>
        </p:scale>
        <p:origin x="272" y="4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Shape 148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49" name="Shape 149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bg>
      <p:bgPr>
        <a:solidFill>
          <a:srgbClr val="8400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16ACCAF-C98E-67F4-6829-023556FF5E6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554691" y="11721380"/>
            <a:ext cx="1274618" cy="1274618"/>
          </a:xfrm>
          <a:prstGeom prst="rect">
            <a:avLst/>
          </a:prstGeom>
        </p:spPr>
      </p:pic>
      <p:pic>
        <p:nvPicPr>
          <p:cNvPr id="4" name="Picture 3" descr="Text&#10;&#10;Description automatically generated with medium confidence">
            <a:extLst>
              <a:ext uri="{FF2B5EF4-FFF2-40B4-BE49-F238E27FC236}">
                <a16:creationId xmlns:a16="http://schemas.microsoft.com/office/drawing/2014/main" id="{86C46CD7-42A2-3CB1-7BD5-5F11ADB1F6A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97336" y="5597563"/>
            <a:ext cx="10789328" cy="25208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61926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">
    <p:bg>
      <p:bgPr>
        <a:solidFill>
          <a:srgbClr val="8400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A199945A-F0AD-07A8-152D-2BC4156C9F1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765521" y="11721380"/>
            <a:ext cx="1274618" cy="1274618"/>
          </a:xfrm>
          <a:prstGeom prst="rect">
            <a:avLst/>
          </a:prstGeom>
        </p:spPr>
      </p:pic>
      <p:pic>
        <p:nvPicPr>
          <p:cNvPr id="4" name="Picture 3" descr="Text&#10;&#10;Description automatically generated with medium confidence">
            <a:extLst>
              <a:ext uri="{FF2B5EF4-FFF2-40B4-BE49-F238E27FC236}">
                <a16:creationId xmlns:a16="http://schemas.microsoft.com/office/drawing/2014/main" id="{F1B2BDB8-3F43-1D5F-55E5-63B3AC8026F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5521" y="2674800"/>
            <a:ext cx="9025760" cy="21088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73533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">
            <a:extLst>
              <a:ext uri="{FF2B5EF4-FFF2-40B4-BE49-F238E27FC236}">
                <a16:creationId xmlns:a16="http://schemas.microsoft.com/office/drawing/2014/main" id="{E3F6B370-E509-99B3-A9DE-B6C0FBE7F948}"/>
              </a:ext>
            </a:extLst>
          </p:cNvPr>
          <p:cNvSpPr/>
          <p:nvPr userDrawn="1"/>
        </p:nvSpPr>
        <p:spPr>
          <a:xfrm>
            <a:off x="207431" y="2276745"/>
            <a:ext cx="23969138" cy="11205691"/>
          </a:xfrm>
          <a:prstGeom prst="rect">
            <a:avLst/>
          </a:prstGeom>
          <a:solidFill>
            <a:srgbClr val="000000">
              <a:alpha val="2849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/>
          </a:p>
        </p:txBody>
      </p:sp>
      <p:sp>
        <p:nvSpPr>
          <p:cNvPr id="9" name="The American university of beirut: Challenges and opportunities.">
            <a:extLst>
              <a:ext uri="{FF2B5EF4-FFF2-40B4-BE49-F238E27FC236}">
                <a16:creationId xmlns:a16="http://schemas.microsoft.com/office/drawing/2014/main" id="{606DF6D3-5B79-C8AD-9141-7B61139E4DE9}"/>
              </a:ext>
            </a:extLst>
          </p:cNvPr>
          <p:cNvSpPr txBox="1"/>
          <p:nvPr userDrawn="1"/>
        </p:nvSpPr>
        <p:spPr>
          <a:xfrm>
            <a:off x="18662617" y="1229325"/>
            <a:ext cx="4063613" cy="2872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>
            <a:spAutoFit/>
          </a:bodyPr>
          <a:lstStyle/>
          <a:p>
            <a:pPr algn="r">
              <a:defRPr sz="2300">
                <a:solidFill>
                  <a:srgbClr val="000000"/>
                </a:solidFill>
                <a:latin typeface="Proxima Nova Rg"/>
                <a:ea typeface="Proxima Nova Rg"/>
                <a:cs typeface="Proxima Nova Rg"/>
                <a:sym typeface="Proxima Nova"/>
              </a:defRPr>
            </a:pPr>
            <a:r>
              <a:rPr lang="en-LB" sz="1200" b="1" i="0" dirty="0">
                <a:solidFill>
                  <a:srgbClr val="929292"/>
                </a:solidFill>
                <a:effectLst/>
                <a:latin typeface="Helvetica" pitchFamily="2" charset="0"/>
              </a:rPr>
              <a:t>ⓒ</a:t>
            </a:r>
            <a:r>
              <a:rPr lang="en-LB" sz="1200" b="0" i="0" dirty="0">
                <a:solidFill>
                  <a:srgbClr val="929292"/>
                </a:solidFill>
                <a:effectLst/>
                <a:latin typeface="Helvetica" pitchFamily="2" charset="0"/>
              </a:rPr>
              <a:t> </a:t>
            </a:r>
            <a:r>
              <a:rPr lang="en-US" sz="1200" dirty="0">
                <a:solidFill>
                  <a:srgbClr val="929292"/>
                </a:solidFill>
                <a:latin typeface="Helvetica" pitchFamily="2" charset="0"/>
              </a:rPr>
              <a:t>All rights reserved. American University of Beirut 2022.</a:t>
            </a:r>
            <a:endParaRPr sz="1200" dirty="0">
              <a:solidFill>
                <a:srgbClr val="929292"/>
              </a:solidFill>
              <a:latin typeface="Helvetica" pitchFamily="2" charset="0"/>
              <a:ea typeface="Proxima Nova Lt"/>
              <a:cs typeface="Proxima Nova Lt"/>
              <a:sym typeface="Proxima Nova Semibold"/>
            </a:endParaRPr>
          </a:p>
        </p:txBody>
      </p:sp>
      <p:sp>
        <p:nvSpPr>
          <p:cNvPr id="10" name="Line">
            <a:extLst>
              <a:ext uri="{FF2B5EF4-FFF2-40B4-BE49-F238E27FC236}">
                <a16:creationId xmlns:a16="http://schemas.microsoft.com/office/drawing/2014/main" id="{F84AC768-427F-8E14-15D3-89F6E9B223DC}"/>
              </a:ext>
            </a:extLst>
          </p:cNvPr>
          <p:cNvSpPr/>
          <p:nvPr userDrawn="1"/>
        </p:nvSpPr>
        <p:spPr>
          <a:xfrm>
            <a:off x="15959857" y="1134058"/>
            <a:ext cx="6753311" cy="0"/>
          </a:xfrm>
          <a:prstGeom prst="line">
            <a:avLst/>
          </a:prstGeom>
          <a:ln w="25400">
            <a:solidFill>
              <a:schemeClr val="tx1">
                <a:lumMod val="60000"/>
                <a:lumOff val="40000"/>
              </a:schemeClr>
            </a:solidFill>
            <a:miter lim="400000"/>
          </a:ln>
        </p:spPr>
        <p:txBody>
          <a:bodyPr lIns="50800" tIns="50800" rIns="50800" bIns="50800" anchor="ctr"/>
          <a:lstStyle/>
          <a:p>
            <a:endParaRPr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4C1D1F4-C3B9-D6B0-C2FB-C2861092CDB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2927353" y="668732"/>
            <a:ext cx="904687" cy="904687"/>
          </a:xfrm>
          <a:prstGeom prst="rect">
            <a:avLst/>
          </a:prstGeom>
        </p:spPr>
      </p:pic>
      <p:pic>
        <p:nvPicPr>
          <p:cNvPr id="5" name="Picture 4" descr="Logo&#10;&#10;Description automatically generated with medium confidence">
            <a:extLst>
              <a:ext uri="{FF2B5EF4-FFF2-40B4-BE49-F238E27FC236}">
                <a16:creationId xmlns:a16="http://schemas.microsoft.com/office/drawing/2014/main" id="{00FA1F4F-AC51-5494-1AAC-4D300293F7D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1960" y="523015"/>
            <a:ext cx="5254098" cy="1227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31606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">
            <a:extLst>
              <a:ext uri="{FF2B5EF4-FFF2-40B4-BE49-F238E27FC236}">
                <a16:creationId xmlns:a16="http://schemas.microsoft.com/office/drawing/2014/main" id="{E3F6B370-E509-99B3-A9DE-B6C0FBE7F948}"/>
              </a:ext>
            </a:extLst>
          </p:cNvPr>
          <p:cNvSpPr/>
          <p:nvPr userDrawn="1"/>
        </p:nvSpPr>
        <p:spPr>
          <a:xfrm>
            <a:off x="207431" y="2276745"/>
            <a:ext cx="23969138" cy="11205691"/>
          </a:xfrm>
          <a:prstGeom prst="rect">
            <a:avLst/>
          </a:prstGeom>
          <a:solidFill>
            <a:srgbClr val="000000">
              <a:alpha val="2849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/>
          </a:p>
        </p:txBody>
      </p:sp>
      <p:sp>
        <p:nvSpPr>
          <p:cNvPr id="9" name="The American university of beirut: Challenges and opportunities.">
            <a:extLst>
              <a:ext uri="{FF2B5EF4-FFF2-40B4-BE49-F238E27FC236}">
                <a16:creationId xmlns:a16="http://schemas.microsoft.com/office/drawing/2014/main" id="{606DF6D3-5B79-C8AD-9141-7B61139E4DE9}"/>
              </a:ext>
            </a:extLst>
          </p:cNvPr>
          <p:cNvSpPr txBox="1"/>
          <p:nvPr userDrawn="1"/>
        </p:nvSpPr>
        <p:spPr>
          <a:xfrm>
            <a:off x="18662617" y="1229325"/>
            <a:ext cx="4063613" cy="2872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>
            <a:spAutoFit/>
          </a:bodyPr>
          <a:lstStyle/>
          <a:p>
            <a:pPr algn="r">
              <a:defRPr sz="2300">
                <a:solidFill>
                  <a:srgbClr val="000000"/>
                </a:solidFill>
                <a:latin typeface="Proxima Nova Rg"/>
                <a:ea typeface="Proxima Nova Rg"/>
                <a:cs typeface="Proxima Nova Rg"/>
                <a:sym typeface="Proxima Nova"/>
              </a:defRPr>
            </a:pPr>
            <a:r>
              <a:rPr lang="en-LB" sz="1200" b="1" i="0" dirty="0">
                <a:solidFill>
                  <a:srgbClr val="929292"/>
                </a:solidFill>
                <a:effectLst/>
                <a:latin typeface="Helvetica" pitchFamily="2" charset="0"/>
              </a:rPr>
              <a:t>ⓒ</a:t>
            </a:r>
            <a:r>
              <a:rPr lang="en-LB" sz="1200" b="0" i="0" dirty="0">
                <a:solidFill>
                  <a:srgbClr val="929292"/>
                </a:solidFill>
                <a:effectLst/>
                <a:latin typeface="Helvetica" pitchFamily="2" charset="0"/>
              </a:rPr>
              <a:t> </a:t>
            </a:r>
            <a:r>
              <a:rPr lang="en-US" sz="1200" dirty="0">
                <a:solidFill>
                  <a:srgbClr val="929292"/>
                </a:solidFill>
                <a:latin typeface="Helvetica" pitchFamily="2" charset="0"/>
              </a:rPr>
              <a:t>All rights reserved. American University of Beirut 2022.</a:t>
            </a:r>
            <a:endParaRPr sz="1200" dirty="0">
              <a:solidFill>
                <a:srgbClr val="929292"/>
              </a:solidFill>
              <a:latin typeface="Helvetica" pitchFamily="2" charset="0"/>
              <a:ea typeface="Proxima Nova Lt"/>
              <a:cs typeface="Proxima Nova Lt"/>
              <a:sym typeface="Proxima Nova Semibold"/>
            </a:endParaRPr>
          </a:p>
        </p:txBody>
      </p:sp>
      <p:sp>
        <p:nvSpPr>
          <p:cNvPr id="10" name="Line">
            <a:extLst>
              <a:ext uri="{FF2B5EF4-FFF2-40B4-BE49-F238E27FC236}">
                <a16:creationId xmlns:a16="http://schemas.microsoft.com/office/drawing/2014/main" id="{F84AC768-427F-8E14-15D3-89F6E9B223DC}"/>
              </a:ext>
            </a:extLst>
          </p:cNvPr>
          <p:cNvSpPr/>
          <p:nvPr userDrawn="1"/>
        </p:nvSpPr>
        <p:spPr>
          <a:xfrm>
            <a:off x="15959857" y="1134058"/>
            <a:ext cx="6753311" cy="0"/>
          </a:xfrm>
          <a:prstGeom prst="line">
            <a:avLst/>
          </a:prstGeom>
          <a:ln w="25400">
            <a:solidFill>
              <a:schemeClr val="tx1">
                <a:lumMod val="60000"/>
                <a:lumOff val="40000"/>
              </a:schemeClr>
            </a:solidFill>
            <a:miter lim="400000"/>
          </a:ln>
        </p:spPr>
        <p:txBody>
          <a:bodyPr lIns="50800" tIns="50800" rIns="50800" bIns="50800" anchor="ctr"/>
          <a:lstStyle/>
          <a:p>
            <a:endParaRPr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4C1D1F4-C3B9-D6B0-C2FB-C2861092CDB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2927353" y="668732"/>
            <a:ext cx="904687" cy="904687"/>
          </a:xfrm>
          <a:prstGeom prst="rect">
            <a:avLst/>
          </a:prstGeom>
        </p:spPr>
      </p:pic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E20B93D-CB4C-CE1D-F366-E9F7F350A96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07431" y="2276115"/>
            <a:ext cx="10563410" cy="11206052"/>
          </a:xfrm>
          <a:prstGeom prst="rect">
            <a:avLst/>
          </a:prstGeom>
        </p:spPr>
        <p:txBody>
          <a:bodyPr/>
          <a:lstStyle/>
          <a:p>
            <a:endParaRPr lang="en-LB"/>
          </a:p>
        </p:txBody>
      </p:sp>
      <p:pic>
        <p:nvPicPr>
          <p:cNvPr id="4" name="Picture 3" descr="Logo&#10;&#10;Description automatically generated with medium confidence">
            <a:extLst>
              <a:ext uri="{FF2B5EF4-FFF2-40B4-BE49-F238E27FC236}">
                <a16:creationId xmlns:a16="http://schemas.microsoft.com/office/drawing/2014/main" id="{78EB062A-1B27-5E1F-5D78-62623D50463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1960" y="523015"/>
            <a:ext cx="5254098" cy="1227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60721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">
            <a:extLst>
              <a:ext uri="{FF2B5EF4-FFF2-40B4-BE49-F238E27FC236}">
                <a16:creationId xmlns:a16="http://schemas.microsoft.com/office/drawing/2014/main" id="{E3F6B370-E509-99B3-A9DE-B6C0FBE7F948}"/>
              </a:ext>
            </a:extLst>
          </p:cNvPr>
          <p:cNvSpPr/>
          <p:nvPr userDrawn="1"/>
        </p:nvSpPr>
        <p:spPr>
          <a:xfrm>
            <a:off x="207431" y="2276745"/>
            <a:ext cx="23969138" cy="11205691"/>
          </a:xfrm>
          <a:prstGeom prst="rect">
            <a:avLst/>
          </a:prstGeom>
          <a:solidFill>
            <a:srgbClr val="000000">
              <a:alpha val="2849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/>
          </a:p>
        </p:txBody>
      </p:sp>
      <p:sp>
        <p:nvSpPr>
          <p:cNvPr id="9" name="The American university of beirut: Challenges and opportunities.">
            <a:extLst>
              <a:ext uri="{FF2B5EF4-FFF2-40B4-BE49-F238E27FC236}">
                <a16:creationId xmlns:a16="http://schemas.microsoft.com/office/drawing/2014/main" id="{606DF6D3-5B79-C8AD-9141-7B61139E4DE9}"/>
              </a:ext>
            </a:extLst>
          </p:cNvPr>
          <p:cNvSpPr txBox="1"/>
          <p:nvPr userDrawn="1"/>
        </p:nvSpPr>
        <p:spPr>
          <a:xfrm>
            <a:off x="18662617" y="1229325"/>
            <a:ext cx="4063613" cy="2872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>
            <a:spAutoFit/>
          </a:bodyPr>
          <a:lstStyle/>
          <a:p>
            <a:pPr algn="r">
              <a:defRPr sz="2300">
                <a:solidFill>
                  <a:srgbClr val="000000"/>
                </a:solidFill>
                <a:latin typeface="Proxima Nova Rg"/>
                <a:ea typeface="Proxima Nova Rg"/>
                <a:cs typeface="Proxima Nova Rg"/>
                <a:sym typeface="Proxima Nova"/>
              </a:defRPr>
            </a:pPr>
            <a:r>
              <a:rPr lang="en-LB" sz="1200" b="1" i="0" dirty="0">
                <a:solidFill>
                  <a:srgbClr val="929292"/>
                </a:solidFill>
                <a:effectLst/>
                <a:latin typeface="Helvetica" pitchFamily="2" charset="0"/>
              </a:rPr>
              <a:t>ⓒ</a:t>
            </a:r>
            <a:r>
              <a:rPr lang="en-LB" sz="1200" b="0" i="0" dirty="0">
                <a:solidFill>
                  <a:srgbClr val="929292"/>
                </a:solidFill>
                <a:effectLst/>
                <a:latin typeface="Helvetica" pitchFamily="2" charset="0"/>
              </a:rPr>
              <a:t> </a:t>
            </a:r>
            <a:r>
              <a:rPr lang="en-US" sz="1200" dirty="0">
                <a:solidFill>
                  <a:srgbClr val="929292"/>
                </a:solidFill>
                <a:latin typeface="Helvetica" pitchFamily="2" charset="0"/>
              </a:rPr>
              <a:t>All rights reserved. American University of Beirut 2022.</a:t>
            </a:r>
            <a:endParaRPr sz="1200" dirty="0">
              <a:solidFill>
                <a:srgbClr val="929292"/>
              </a:solidFill>
              <a:latin typeface="Helvetica" pitchFamily="2" charset="0"/>
              <a:ea typeface="Proxima Nova Lt"/>
              <a:cs typeface="Proxima Nova Lt"/>
              <a:sym typeface="Proxima Nova Semibold"/>
            </a:endParaRPr>
          </a:p>
        </p:txBody>
      </p:sp>
      <p:sp>
        <p:nvSpPr>
          <p:cNvPr id="10" name="Line">
            <a:extLst>
              <a:ext uri="{FF2B5EF4-FFF2-40B4-BE49-F238E27FC236}">
                <a16:creationId xmlns:a16="http://schemas.microsoft.com/office/drawing/2014/main" id="{F84AC768-427F-8E14-15D3-89F6E9B223DC}"/>
              </a:ext>
            </a:extLst>
          </p:cNvPr>
          <p:cNvSpPr/>
          <p:nvPr userDrawn="1"/>
        </p:nvSpPr>
        <p:spPr>
          <a:xfrm>
            <a:off x="15959857" y="1134058"/>
            <a:ext cx="6753311" cy="0"/>
          </a:xfrm>
          <a:prstGeom prst="line">
            <a:avLst/>
          </a:prstGeom>
          <a:ln w="25400">
            <a:solidFill>
              <a:schemeClr val="tx1">
                <a:lumMod val="60000"/>
                <a:lumOff val="40000"/>
              </a:schemeClr>
            </a:solidFill>
            <a:miter lim="400000"/>
          </a:ln>
        </p:spPr>
        <p:txBody>
          <a:bodyPr lIns="50800" tIns="50800" rIns="50800" bIns="50800" anchor="ctr"/>
          <a:lstStyle/>
          <a:p>
            <a:endParaRPr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4C1D1F4-C3B9-D6B0-C2FB-C2861092CDB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2927353" y="668732"/>
            <a:ext cx="904687" cy="904687"/>
          </a:xfrm>
          <a:prstGeom prst="rect">
            <a:avLst/>
          </a:prstGeom>
        </p:spPr>
      </p:pic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E20B93D-CB4C-CE1D-F366-E9F7F350A96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07431" y="2276115"/>
            <a:ext cx="9375102" cy="11206052"/>
          </a:xfrm>
          <a:prstGeom prst="rect">
            <a:avLst/>
          </a:prstGeom>
        </p:spPr>
        <p:txBody>
          <a:bodyPr/>
          <a:lstStyle/>
          <a:p>
            <a:endParaRPr lang="en-LB"/>
          </a:p>
        </p:txBody>
      </p:sp>
      <p:pic>
        <p:nvPicPr>
          <p:cNvPr id="4" name="Picture 3" descr="Logo&#10;&#10;Description automatically generated with medium confidence">
            <a:extLst>
              <a:ext uri="{FF2B5EF4-FFF2-40B4-BE49-F238E27FC236}">
                <a16:creationId xmlns:a16="http://schemas.microsoft.com/office/drawing/2014/main" id="{6E011875-6518-47E1-1654-F823DF0C11A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1960" y="523015"/>
            <a:ext cx="5254098" cy="1227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85796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">
            <a:extLst>
              <a:ext uri="{FF2B5EF4-FFF2-40B4-BE49-F238E27FC236}">
                <a16:creationId xmlns:a16="http://schemas.microsoft.com/office/drawing/2014/main" id="{E3F6B370-E509-99B3-A9DE-B6C0FBE7F948}"/>
              </a:ext>
            </a:extLst>
          </p:cNvPr>
          <p:cNvSpPr/>
          <p:nvPr userDrawn="1"/>
        </p:nvSpPr>
        <p:spPr>
          <a:xfrm>
            <a:off x="207431" y="2276745"/>
            <a:ext cx="23969138" cy="11205691"/>
          </a:xfrm>
          <a:prstGeom prst="rect">
            <a:avLst/>
          </a:prstGeom>
          <a:solidFill>
            <a:srgbClr val="000000">
              <a:alpha val="2849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/>
          </a:p>
        </p:txBody>
      </p:sp>
      <p:sp>
        <p:nvSpPr>
          <p:cNvPr id="9" name="The American university of beirut: Challenges and opportunities.">
            <a:extLst>
              <a:ext uri="{FF2B5EF4-FFF2-40B4-BE49-F238E27FC236}">
                <a16:creationId xmlns:a16="http://schemas.microsoft.com/office/drawing/2014/main" id="{606DF6D3-5B79-C8AD-9141-7B61139E4DE9}"/>
              </a:ext>
            </a:extLst>
          </p:cNvPr>
          <p:cNvSpPr txBox="1"/>
          <p:nvPr userDrawn="1"/>
        </p:nvSpPr>
        <p:spPr>
          <a:xfrm>
            <a:off x="18662617" y="1229325"/>
            <a:ext cx="4063613" cy="2872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>
            <a:spAutoFit/>
          </a:bodyPr>
          <a:lstStyle/>
          <a:p>
            <a:pPr algn="r">
              <a:defRPr sz="2300">
                <a:solidFill>
                  <a:srgbClr val="000000"/>
                </a:solidFill>
                <a:latin typeface="Proxima Nova Rg"/>
                <a:ea typeface="Proxima Nova Rg"/>
                <a:cs typeface="Proxima Nova Rg"/>
                <a:sym typeface="Proxima Nova"/>
              </a:defRPr>
            </a:pPr>
            <a:r>
              <a:rPr lang="en-LB" sz="1200" b="1" i="0" dirty="0">
                <a:solidFill>
                  <a:srgbClr val="929292"/>
                </a:solidFill>
                <a:effectLst/>
                <a:latin typeface="Helvetica" pitchFamily="2" charset="0"/>
              </a:rPr>
              <a:t>ⓒ</a:t>
            </a:r>
            <a:r>
              <a:rPr lang="en-LB" sz="1200" b="0" i="0" dirty="0">
                <a:solidFill>
                  <a:srgbClr val="929292"/>
                </a:solidFill>
                <a:effectLst/>
                <a:latin typeface="Helvetica" pitchFamily="2" charset="0"/>
              </a:rPr>
              <a:t> </a:t>
            </a:r>
            <a:r>
              <a:rPr lang="en-US" sz="1200" dirty="0">
                <a:solidFill>
                  <a:srgbClr val="929292"/>
                </a:solidFill>
                <a:latin typeface="Helvetica" pitchFamily="2" charset="0"/>
              </a:rPr>
              <a:t>All rights reserved. American University of Beirut 2022.</a:t>
            </a:r>
            <a:endParaRPr sz="1200" dirty="0">
              <a:solidFill>
                <a:srgbClr val="929292"/>
              </a:solidFill>
              <a:latin typeface="Helvetica" pitchFamily="2" charset="0"/>
              <a:ea typeface="Proxima Nova Lt"/>
              <a:cs typeface="Proxima Nova Lt"/>
              <a:sym typeface="Proxima Nova Semibold"/>
            </a:endParaRPr>
          </a:p>
        </p:txBody>
      </p:sp>
      <p:sp>
        <p:nvSpPr>
          <p:cNvPr id="10" name="Line">
            <a:extLst>
              <a:ext uri="{FF2B5EF4-FFF2-40B4-BE49-F238E27FC236}">
                <a16:creationId xmlns:a16="http://schemas.microsoft.com/office/drawing/2014/main" id="{F84AC768-427F-8E14-15D3-89F6E9B223DC}"/>
              </a:ext>
            </a:extLst>
          </p:cNvPr>
          <p:cNvSpPr/>
          <p:nvPr userDrawn="1"/>
        </p:nvSpPr>
        <p:spPr>
          <a:xfrm>
            <a:off x="15959857" y="1134058"/>
            <a:ext cx="6753311" cy="0"/>
          </a:xfrm>
          <a:prstGeom prst="line">
            <a:avLst/>
          </a:prstGeom>
          <a:ln w="25400">
            <a:solidFill>
              <a:schemeClr val="tx1">
                <a:lumMod val="60000"/>
                <a:lumOff val="40000"/>
              </a:schemeClr>
            </a:solidFill>
            <a:miter lim="400000"/>
          </a:ln>
        </p:spPr>
        <p:txBody>
          <a:bodyPr lIns="50800" tIns="50800" rIns="50800" bIns="50800" anchor="ctr"/>
          <a:lstStyle/>
          <a:p>
            <a:endParaRPr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4C1D1F4-C3B9-D6B0-C2FB-C2861092CDB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2927353" y="668732"/>
            <a:ext cx="904687" cy="904687"/>
          </a:xfrm>
          <a:prstGeom prst="rect">
            <a:avLst/>
          </a:prstGeom>
        </p:spPr>
      </p:pic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E20B93D-CB4C-CE1D-F366-E9F7F350A96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07431" y="4892955"/>
            <a:ext cx="7805784" cy="8589212"/>
          </a:xfrm>
          <a:prstGeom prst="rect">
            <a:avLst/>
          </a:prstGeom>
        </p:spPr>
        <p:txBody>
          <a:bodyPr/>
          <a:lstStyle/>
          <a:p>
            <a:endParaRPr lang="en-LB"/>
          </a:p>
        </p:txBody>
      </p:sp>
      <p:sp>
        <p:nvSpPr>
          <p:cNvPr id="15" name="Picture Placeholder 2">
            <a:extLst>
              <a:ext uri="{FF2B5EF4-FFF2-40B4-BE49-F238E27FC236}">
                <a16:creationId xmlns:a16="http://schemas.microsoft.com/office/drawing/2014/main" id="{426B1798-01CB-081E-96A7-8B9C1E5F5906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6354050" y="4892955"/>
            <a:ext cx="7805784" cy="8589212"/>
          </a:xfrm>
          <a:prstGeom prst="rect">
            <a:avLst/>
          </a:prstGeom>
        </p:spPr>
        <p:txBody>
          <a:bodyPr/>
          <a:lstStyle/>
          <a:p>
            <a:endParaRPr lang="en-LB"/>
          </a:p>
        </p:txBody>
      </p:sp>
      <p:sp>
        <p:nvSpPr>
          <p:cNvPr id="16" name="Picture Placeholder 2">
            <a:extLst>
              <a:ext uri="{FF2B5EF4-FFF2-40B4-BE49-F238E27FC236}">
                <a16:creationId xmlns:a16="http://schemas.microsoft.com/office/drawing/2014/main" id="{09211843-4DD8-9218-E56B-E1CAE1F0975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280740" y="4892955"/>
            <a:ext cx="7805784" cy="8589212"/>
          </a:xfrm>
          <a:prstGeom prst="rect">
            <a:avLst/>
          </a:prstGeom>
        </p:spPr>
        <p:txBody>
          <a:bodyPr/>
          <a:lstStyle/>
          <a:p>
            <a:endParaRPr lang="en-LB"/>
          </a:p>
        </p:txBody>
      </p:sp>
      <p:pic>
        <p:nvPicPr>
          <p:cNvPr id="4" name="Picture 3" descr="Logo&#10;&#10;Description automatically generated with medium confidence">
            <a:extLst>
              <a:ext uri="{FF2B5EF4-FFF2-40B4-BE49-F238E27FC236}">
                <a16:creationId xmlns:a16="http://schemas.microsoft.com/office/drawing/2014/main" id="{D88BF2DC-110B-3BE6-71EB-67453E71C4E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1960" y="523015"/>
            <a:ext cx="5254098" cy="1227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55436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bg>
      <p:bgPr>
        <a:solidFill>
          <a:srgbClr val="8400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F605BC3-51DC-67D4-4676-85727F5BD0D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554691" y="11721380"/>
            <a:ext cx="1274618" cy="1274618"/>
          </a:xfrm>
          <a:prstGeom prst="rect">
            <a:avLst/>
          </a:prstGeom>
        </p:spPr>
      </p:pic>
      <p:pic>
        <p:nvPicPr>
          <p:cNvPr id="3" name="Picture 2" descr="Text&#10;&#10;Description automatically generated with medium confidence">
            <a:extLst>
              <a:ext uri="{FF2B5EF4-FFF2-40B4-BE49-F238E27FC236}">
                <a16:creationId xmlns:a16="http://schemas.microsoft.com/office/drawing/2014/main" id="{FDED6135-9C74-5B1A-1F31-3F12935D5F1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89778" y="9729997"/>
            <a:ext cx="6404444" cy="14963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01806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726814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  <p:sldLayoutId id="2147483659" r:id="rId2"/>
    <p:sldLayoutId id="2147483653" r:id="rId3"/>
    <p:sldLayoutId id="2147483654" r:id="rId4"/>
    <p:sldLayoutId id="2147483655" r:id="rId5"/>
    <p:sldLayoutId id="2147483656" r:id="rId6"/>
    <p:sldLayoutId id="2147483657" r:id="rId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LB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he American university of beirut:…">
            <a:extLst>
              <a:ext uri="{FF2B5EF4-FFF2-40B4-BE49-F238E27FC236}">
                <a16:creationId xmlns:a16="http://schemas.microsoft.com/office/drawing/2014/main" id="{B99A7999-4916-D2C4-6B0B-D7B6942D8F7E}"/>
              </a:ext>
            </a:extLst>
          </p:cNvPr>
          <p:cNvSpPr txBox="1"/>
          <p:nvPr/>
        </p:nvSpPr>
        <p:spPr>
          <a:xfrm>
            <a:off x="1765521" y="6420370"/>
            <a:ext cx="7348165" cy="7293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>
            <a:spAutoFit/>
          </a:bodyPr>
          <a:lstStyle/>
          <a:p>
            <a:pPr algn="l">
              <a:lnSpc>
                <a:spcPct val="90000"/>
              </a:lnSpc>
              <a:defRPr sz="4500" b="1" cap="all">
                <a:solidFill>
                  <a:srgbClr val="FFFFFF"/>
                </a:solidFill>
                <a:latin typeface="Proxima Nova Rg"/>
                <a:ea typeface="Proxima Nova Rg"/>
                <a:cs typeface="Proxima Nova Rg"/>
                <a:sym typeface="Proxima Nova"/>
              </a:defRPr>
            </a:pPr>
            <a:r>
              <a:rPr lang="en-US" dirty="0">
                <a:latin typeface="Helvetica" pitchFamily="2" charset="0"/>
              </a:rPr>
              <a:t>TITLE OF </a:t>
            </a:r>
            <a:r>
              <a:rPr lang="en-US" dirty="0" err="1">
                <a:latin typeface="Helvetica" pitchFamily="2" charset="0"/>
              </a:rPr>
              <a:t>PRESenTATION</a:t>
            </a:r>
            <a:endParaRPr dirty="0">
              <a:latin typeface="Helvetica" pitchFamily="2" charset="0"/>
            </a:endParaRPr>
          </a:p>
        </p:txBody>
      </p:sp>
      <p:sp>
        <p:nvSpPr>
          <p:cNvPr id="3" name="Fadlo R. Khuri, MD">
            <a:extLst>
              <a:ext uri="{FF2B5EF4-FFF2-40B4-BE49-F238E27FC236}">
                <a16:creationId xmlns:a16="http://schemas.microsoft.com/office/drawing/2014/main" id="{E1EB0969-EA77-FFED-502D-1CC99BA09EA2}"/>
              </a:ext>
            </a:extLst>
          </p:cNvPr>
          <p:cNvSpPr txBox="1"/>
          <p:nvPr/>
        </p:nvSpPr>
        <p:spPr>
          <a:xfrm>
            <a:off x="1765520" y="8232034"/>
            <a:ext cx="7991668" cy="641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50800" tIns="50800" rIns="50800" bIns="50800">
            <a:spAutoFit/>
          </a:bodyPr>
          <a:lstStyle>
            <a:lvl1pPr algn="l" defTabSz="457200">
              <a:defRPr sz="3500">
                <a:solidFill>
                  <a:srgbClr val="FFFFFF"/>
                </a:solidFill>
                <a:latin typeface="Proxima Nova Lt"/>
                <a:ea typeface="Proxima Nova Lt"/>
                <a:cs typeface="Proxima Nova Lt"/>
                <a:sym typeface="Proxima Nova Semibold"/>
              </a:defRPr>
            </a:lvl1pPr>
          </a:lstStyle>
          <a:p>
            <a:r>
              <a:rPr lang="en-US" dirty="0">
                <a:latin typeface="Helvetica" pitchFamily="2" charset="0"/>
              </a:rPr>
              <a:t>SPEAKER, TITLE</a:t>
            </a:r>
            <a:endParaRPr dirty="0">
              <a:latin typeface="Helvetica" pitchFamily="2" charset="0"/>
            </a:endParaRPr>
          </a:p>
        </p:txBody>
      </p:sp>
      <p:sp>
        <p:nvSpPr>
          <p:cNvPr id="4" name="Board of Trustees - August 16, 2022">
            <a:extLst>
              <a:ext uri="{FF2B5EF4-FFF2-40B4-BE49-F238E27FC236}">
                <a16:creationId xmlns:a16="http://schemas.microsoft.com/office/drawing/2014/main" id="{E308F1BE-2B69-E9C8-6539-BAE9D8042EDB}"/>
              </a:ext>
            </a:extLst>
          </p:cNvPr>
          <p:cNvSpPr txBox="1"/>
          <p:nvPr/>
        </p:nvSpPr>
        <p:spPr>
          <a:xfrm>
            <a:off x="1734384" y="8983598"/>
            <a:ext cx="8769275" cy="5180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50800" tIns="50800" rIns="50800" bIns="50800" anchor="ctr">
            <a:spAutoFit/>
          </a:bodyPr>
          <a:lstStyle/>
          <a:p>
            <a:pPr algn="l">
              <a:defRPr sz="2700">
                <a:solidFill>
                  <a:srgbClr val="FFFFFF"/>
                </a:solidFill>
                <a:latin typeface="Proxima Nova Rg"/>
                <a:ea typeface="Proxima Nova Rg"/>
                <a:cs typeface="Proxima Nova Rg"/>
                <a:sym typeface="Proxima Nova"/>
              </a:defRPr>
            </a:pPr>
            <a:r>
              <a:rPr lang="en-US" dirty="0">
                <a:latin typeface="Helvetica" pitchFamily="2" charset="0"/>
              </a:rPr>
              <a:t>Final Presentation </a:t>
            </a:r>
            <a:r>
              <a:rPr dirty="0">
                <a:latin typeface="Helvetica" pitchFamily="2" charset="0"/>
              </a:rPr>
              <a:t>-</a:t>
            </a:r>
            <a:r>
              <a:rPr dirty="0">
                <a:solidFill>
                  <a:srgbClr val="000000"/>
                </a:solidFill>
                <a:latin typeface="Helvetica" pitchFamily="2" charset="0"/>
                <a:ea typeface="Times Roman"/>
                <a:cs typeface="Times Roman"/>
                <a:sym typeface="Times Roman"/>
              </a:rPr>
              <a:t> </a:t>
            </a:r>
            <a:r>
              <a:rPr dirty="0">
                <a:latin typeface="Helvetica" pitchFamily="2" charset="0"/>
              </a:rPr>
              <a:t>August 16, 2022</a:t>
            </a:r>
          </a:p>
        </p:txBody>
      </p:sp>
      <p:sp>
        <p:nvSpPr>
          <p:cNvPr id="5" name="Office of the President  |  American University of Beirut">
            <a:extLst>
              <a:ext uri="{FF2B5EF4-FFF2-40B4-BE49-F238E27FC236}">
                <a16:creationId xmlns:a16="http://schemas.microsoft.com/office/drawing/2014/main" id="{6C68B999-77D6-85F7-7025-4018B821B740}"/>
              </a:ext>
            </a:extLst>
          </p:cNvPr>
          <p:cNvSpPr txBox="1"/>
          <p:nvPr/>
        </p:nvSpPr>
        <p:spPr>
          <a:xfrm>
            <a:off x="1734384" y="9622900"/>
            <a:ext cx="8309967" cy="5180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>
            <a:spAutoFit/>
          </a:bodyPr>
          <a:lstStyle>
            <a:lvl1pPr algn="l" defTabSz="457200">
              <a:defRPr sz="2700">
                <a:solidFill>
                  <a:srgbClr val="FFFFFF"/>
                </a:solidFill>
                <a:latin typeface="Proxima Nova Lt"/>
                <a:ea typeface="Proxima Nova Lt"/>
                <a:cs typeface="Proxima Nova Lt"/>
                <a:sym typeface="Proxima Nova Semibold"/>
              </a:defRPr>
            </a:lvl1pPr>
          </a:lstStyle>
          <a:p>
            <a:r>
              <a:rPr lang="en-US" dirty="0">
                <a:latin typeface="Helvetica" pitchFamily="2" charset="0"/>
              </a:rPr>
              <a:t>Advanced Experience </a:t>
            </a:r>
            <a:r>
              <a:rPr dirty="0">
                <a:latin typeface="Helvetica" pitchFamily="2" charset="0"/>
              </a:rPr>
              <a:t>|  American University of Beirut</a:t>
            </a:r>
          </a:p>
        </p:txBody>
      </p:sp>
      <p:sp>
        <p:nvSpPr>
          <p:cNvPr id="6" name="Line">
            <a:extLst>
              <a:ext uri="{FF2B5EF4-FFF2-40B4-BE49-F238E27FC236}">
                <a16:creationId xmlns:a16="http://schemas.microsoft.com/office/drawing/2014/main" id="{3DAB7E1E-D463-1727-8D2A-93A0A65FF17B}"/>
              </a:ext>
            </a:extLst>
          </p:cNvPr>
          <p:cNvSpPr/>
          <p:nvPr/>
        </p:nvSpPr>
        <p:spPr>
          <a:xfrm>
            <a:off x="1783482" y="9007384"/>
            <a:ext cx="8131227" cy="0"/>
          </a:xfrm>
          <a:prstGeom prst="line">
            <a:avLst/>
          </a:prstGeom>
          <a:ln w="25400" cap="rnd">
            <a:solidFill>
              <a:srgbClr val="FFFFFF">
                <a:alpha val="66798"/>
              </a:srgbClr>
            </a:solidFill>
            <a:custDash>
              <a:ds d="100000" sp="200000"/>
            </a:custDash>
          </a:ln>
        </p:spPr>
        <p:txBody>
          <a:bodyPr lIns="50800" tIns="50800" rIns="50800" bIns="50800" anchor="ctr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8061528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538EEA-D10C-FA07-EECB-AB46BF66DB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he American university of beirut: Challenges and opportunities.">
            <a:extLst>
              <a:ext uri="{FF2B5EF4-FFF2-40B4-BE49-F238E27FC236}">
                <a16:creationId xmlns:a16="http://schemas.microsoft.com/office/drawing/2014/main" id="{AEA812B7-3134-A1FA-8503-83211A106469}"/>
              </a:ext>
            </a:extLst>
          </p:cNvPr>
          <p:cNvSpPr txBox="1"/>
          <p:nvPr/>
        </p:nvSpPr>
        <p:spPr>
          <a:xfrm>
            <a:off x="15959857" y="677914"/>
            <a:ext cx="6753311" cy="45653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50800" tIns="50800" rIns="50800" bIns="50800">
            <a:spAutoFit/>
          </a:bodyPr>
          <a:lstStyle/>
          <a:p>
            <a:pPr algn="r">
              <a:defRPr sz="2300">
                <a:solidFill>
                  <a:srgbClr val="000000"/>
                </a:solidFill>
                <a:latin typeface="Proxima Nova Rg"/>
                <a:ea typeface="Proxima Nova Rg"/>
                <a:cs typeface="Proxima Nova Rg"/>
                <a:sym typeface="Proxima Nova"/>
              </a:defRPr>
            </a:pPr>
            <a:r>
              <a:rPr lang="en-US" dirty="0"/>
              <a:t>Title of Presentation Goes Here</a:t>
            </a:r>
            <a:endParaRPr dirty="0">
              <a:latin typeface="Proxima Nova Lt"/>
              <a:ea typeface="Proxima Nova Lt"/>
              <a:cs typeface="Proxima Nova Lt"/>
              <a:sym typeface="Proxima Nova Semibold"/>
            </a:endParaRPr>
          </a:p>
        </p:txBody>
      </p:sp>
      <p:sp>
        <p:nvSpPr>
          <p:cNvPr id="4" name="TITLE gOES HERE LOREM IPSUM DOLOR.">
            <a:extLst>
              <a:ext uri="{FF2B5EF4-FFF2-40B4-BE49-F238E27FC236}">
                <a16:creationId xmlns:a16="http://schemas.microsoft.com/office/drawing/2014/main" id="{C274ECB4-BBE7-6C1C-E824-AF5361E2C0A1}"/>
              </a:ext>
            </a:extLst>
          </p:cNvPr>
          <p:cNvSpPr txBox="1"/>
          <p:nvPr/>
        </p:nvSpPr>
        <p:spPr>
          <a:xfrm>
            <a:off x="2590907" y="5521723"/>
            <a:ext cx="14510844" cy="86857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0800" tIns="50800" rIns="50800" bIns="50800" numCol="1" anchor="t">
            <a:spAutoFit/>
          </a:bodyPr>
          <a:lstStyle>
            <a:lvl1pPr algn="l">
              <a:lnSpc>
                <a:spcPct val="90000"/>
              </a:lnSpc>
              <a:defRPr sz="5500" cap="all">
                <a:solidFill>
                  <a:srgbClr val="791633"/>
                </a:solidFill>
                <a:latin typeface="Proxima Nova Th"/>
                <a:ea typeface="Proxima Nova Th"/>
                <a:cs typeface="Proxima Nova Th"/>
                <a:sym typeface="Proxima Nova Extrabold"/>
              </a:defRPr>
            </a:lvl1pPr>
          </a:lstStyle>
          <a:p>
            <a:r>
              <a:rPr lang="en-US" b="1" dirty="0"/>
              <a:t>Internship Overview</a:t>
            </a:r>
          </a:p>
        </p:txBody>
      </p:sp>
      <p:sp>
        <p:nvSpPr>
          <p:cNvPr id="5" name="Lorem Ipsum is simply dummy text of the printing and typesetting industry. Lorem Ipsum has been the industry's standard dummy text ever since the 1500s, when an unknown printer took a galley of type and scrambled it to make a type specimen book. It has s">
            <a:extLst>
              <a:ext uri="{FF2B5EF4-FFF2-40B4-BE49-F238E27FC236}">
                <a16:creationId xmlns:a16="http://schemas.microsoft.com/office/drawing/2014/main" id="{B6A5E893-798C-FFC7-6DFD-A8B6010A9B73}"/>
              </a:ext>
            </a:extLst>
          </p:cNvPr>
          <p:cNvSpPr txBox="1"/>
          <p:nvPr/>
        </p:nvSpPr>
        <p:spPr>
          <a:xfrm>
            <a:off x="2590907" y="6746210"/>
            <a:ext cx="15647690" cy="368049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0800" tIns="50800" rIns="50800" bIns="50800" numCol="1" anchor="ctr">
            <a:spAutoFit/>
          </a:bodyPr>
          <a:lstStyle>
            <a:lvl1pPr algn="l">
              <a:spcBef>
                <a:spcPts val="4500"/>
              </a:spcBef>
              <a:defRPr sz="3000">
                <a:solidFill>
                  <a:srgbClr val="000000"/>
                </a:solidFill>
                <a:latin typeface="Proxima Nova Rg"/>
                <a:ea typeface="Proxima Nova Rg"/>
                <a:cs typeface="Proxima Nova Rg"/>
                <a:sym typeface="Proxima Nova"/>
              </a:defRPr>
            </a:lvl1pPr>
          </a:lstStyle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Company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Internship position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Duration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Main responsibilities </a:t>
            </a:r>
          </a:p>
        </p:txBody>
      </p:sp>
    </p:spTree>
    <p:extLst>
      <p:ext uri="{BB962C8B-B14F-4D97-AF65-F5344CB8AC3E}">
        <p14:creationId xmlns:p14="http://schemas.microsoft.com/office/powerpoint/2010/main" val="18569385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F4A1BE-A9FA-1A11-7C07-E7AF6C917B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he American university of beirut: Challenges and opportunities.">
            <a:extLst>
              <a:ext uri="{FF2B5EF4-FFF2-40B4-BE49-F238E27FC236}">
                <a16:creationId xmlns:a16="http://schemas.microsoft.com/office/drawing/2014/main" id="{89425AF7-3C50-76E0-CB21-49D0D65FADF1}"/>
              </a:ext>
            </a:extLst>
          </p:cNvPr>
          <p:cNvSpPr txBox="1"/>
          <p:nvPr/>
        </p:nvSpPr>
        <p:spPr>
          <a:xfrm>
            <a:off x="15959857" y="677914"/>
            <a:ext cx="6753311" cy="45653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0800" tIns="50800" rIns="50800" bIns="50800">
            <a:spAutoFit/>
          </a:bodyPr>
          <a:lstStyle/>
          <a:p>
            <a:pPr algn="r">
              <a:defRPr sz="2300">
                <a:solidFill>
                  <a:srgbClr val="000000"/>
                </a:solidFill>
                <a:latin typeface="Proxima Nova Rg"/>
                <a:ea typeface="Proxima Nova Rg"/>
                <a:cs typeface="Proxima Nova Rg"/>
                <a:sym typeface="Proxima Nova"/>
              </a:defRPr>
            </a:pPr>
            <a:r>
              <a:rPr lang="en-US" dirty="0"/>
              <a:t>Title of Presentation Goes Here</a:t>
            </a:r>
            <a:endParaRPr dirty="0">
              <a:latin typeface="Proxima Nova Lt"/>
              <a:ea typeface="Proxima Nova Lt"/>
              <a:cs typeface="Proxima Nova Lt"/>
              <a:sym typeface="Proxima Nova Semibold"/>
            </a:endParaRPr>
          </a:p>
        </p:txBody>
      </p:sp>
      <p:sp>
        <p:nvSpPr>
          <p:cNvPr id="4" name="TITLE gOES HERE LOREM IPSUM DOLOR.">
            <a:extLst>
              <a:ext uri="{FF2B5EF4-FFF2-40B4-BE49-F238E27FC236}">
                <a16:creationId xmlns:a16="http://schemas.microsoft.com/office/drawing/2014/main" id="{50631EDA-7035-9A6C-7F03-57EED62AB29E}"/>
              </a:ext>
            </a:extLst>
          </p:cNvPr>
          <p:cNvSpPr txBox="1"/>
          <p:nvPr/>
        </p:nvSpPr>
        <p:spPr>
          <a:xfrm>
            <a:off x="2590907" y="5521723"/>
            <a:ext cx="20715142" cy="86433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50800" tIns="50800" rIns="50800" bIns="50800" numCol="1" anchor="t">
            <a:spAutoFit/>
          </a:bodyPr>
          <a:lstStyle>
            <a:lvl1pPr algn="l">
              <a:lnSpc>
                <a:spcPct val="90000"/>
              </a:lnSpc>
              <a:defRPr sz="5500" cap="all">
                <a:solidFill>
                  <a:srgbClr val="791633"/>
                </a:solidFill>
                <a:latin typeface="Proxima Nova Th"/>
                <a:ea typeface="Proxima Nova Th"/>
                <a:cs typeface="Proxima Nova Th"/>
                <a:sym typeface="Proxima Nova Extrabold"/>
              </a:defRPr>
            </a:lvl1pPr>
          </a:lstStyle>
          <a:p>
            <a:r>
              <a:rPr lang="en-US" b="1" dirty="0"/>
              <a:t>Major Project or Technical Contribution</a:t>
            </a:r>
          </a:p>
        </p:txBody>
      </p:sp>
      <p:sp>
        <p:nvSpPr>
          <p:cNvPr id="5" name="Lorem Ipsum is simply dummy text of the printing and typesetting industry. Lorem Ipsum has been the industry's standard dummy text ever since the 1500s, when an unknown printer took a galley of type and scrambled it to make a type specimen book. It has s">
            <a:extLst>
              <a:ext uri="{FF2B5EF4-FFF2-40B4-BE49-F238E27FC236}">
                <a16:creationId xmlns:a16="http://schemas.microsoft.com/office/drawing/2014/main" id="{3266D6A0-55CB-FFE0-016D-2F9190112634}"/>
              </a:ext>
            </a:extLst>
          </p:cNvPr>
          <p:cNvSpPr txBox="1"/>
          <p:nvPr/>
        </p:nvSpPr>
        <p:spPr>
          <a:xfrm>
            <a:off x="2590907" y="7265583"/>
            <a:ext cx="15647690" cy="264174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50800" tIns="50800" rIns="50800" bIns="50800" numCol="1" anchor="ctr">
            <a:spAutoFit/>
          </a:bodyPr>
          <a:lstStyle>
            <a:lvl1pPr algn="l">
              <a:spcBef>
                <a:spcPts val="4500"/>
              </a:spcBef>
              <a:defRPr sz="3000">
                <a:solidFill>
                  <a:srgbClr val="000000"/>
                </a:solidFill>
                <a:latin typeface="Proxima Nova Rg"/>
                <a:ea typeface="Proxima Nova Rg"/>
                <a:cs typeface="Proxima Nova Rg"/>
                <a:sym typeface="Proxima Nova"/>
              </a:defRPr>
            </a:lvl1pPr>
          </a:lstStyle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Project Description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Role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Objectives </a:t>
            </a:r>
          </a:p>
        </p:txBody>
      </p:sp>
    </p:spTree>
    <p:extLst>
      <p:ext uri="{BB962C8B-B14F-4D97-AF65-F5344CB8AC3E}">
        <p14:creationId xmlns:p14="http://schemas.microsoft.com/office/powerpoint/2010/main" val="7823180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B22F5C-B064-A69B-2ACF-859F772BAC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he American university of beirut: Challenges and opportunities.">
            <a:extLst>
              <a:ext uri="{FF2B5EF4-FFF2-40B4-BE49-F238E27FC236}">
                <a16:creationId xmlns:a16="http://schemas.microsoft.com/office/drawing/2014/main" id="{1A57D4F9-D046-B1D0-3F1F-5CED59F9FD1F}"/>
              </a:ext>
            </a:extLst>
          </p:cNvPr>
          <p:cNvSpPr txBox="1"/>
          <p:nvPr/>
        </p:nvSpPr>
        <p:spPr>
          <a:xfrm>
            <a:off x="15959857" y="677914"/>
            <a:ext cx="6753311" cy="45653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50800" tIns="50800" rIns="50800" bIns="50800">
            <a:spAutoFit/>
          </a:bodyPr>
          <a:lstStyle/>
          <a:p>
            <a:pPr algn="r">
              <a:defRPr sz="2300">
                <a:solidFill>
                  <a:srgbClr val="000000"/>
                </a:solidFill>
                <a:latin typeface="Proxima Nova Rg"/>
                <a:ea typeface="Proxima Nova Rg"/>
                <a:cs typeface="Proxima Nova Rg"/>
                <a:sym typeface="Proxima Nova"/>
              </a:defRPr>
            </a:pPr>
            <a:r>
              <a:rPr lang="en-US" dirty="0"/>
              <a:t>Title of Presentation Goes Here</a:t>
            </a:r>
            <a:endParaRPr dirty="0">
              <a:latin typeface="Proxima Nova Lt"/>
              <a:ea typeface="Proxima Nova Lt"/>
              <a:cs typeface="Proxima Nova Lt"/>
              <a:sym typeface="Proxima Nova Semibold"/>
            </a:endParaRPr>
          </a:p>
        </p:txBody>
      </p:sp>
      <p:sp>
        <p:nvSpPr>
          <p:cNvPr id="4" name="TITLE gOES HERE LOREM IPSUM DOLOR.">
            <a:extLst>
              <a:ext uri="{FF2B5EF4-FFF2-40B4-BE49-F238E27FC236}">
                <a16:creationId xmlns:a16="http://schemas.microsoft.com/office/drawing/2014/main" id="{96676C52-F7C2-C36A-BA82-3C7F94DB8170}"/>
              </a:ext>
            </a:extLst>
          </p:cNvPr>
          <p:cNvSpPr txBox="1"/>
          <p:nvPr/>
        </p:nvSpPr>
        <p:spPr>
          <a:xfrm>
            <a:off x="2590907" y="5521723"/>
            <a:ext cx="20715142" cy="86433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0800" tIns="50800" rIns="50800" bIns="50800" numCol="1" anchor="t">
            <a:spAutoFit/>
          </a:bodyPr>
          <a:lstStyle>
            <a:lvl1pPr algn="l">
              <a:lnSpc>
                <a:spcPct val="90000"/>
              </a:lnSpc>
              <a:defRPr sz="5500" cap="all">
                <a:solidFill>
                  <a:srgbClr val="791633"/>
                </a:solidFill>
                <a:latin typeface="Proxima Nova Th"/>
                <a:ea typeface="Proxima Nova Th"/>
                <a:cs typeface="Proxima Nova Th"/>
                <a:sym typeface="Proxima Nova Extrabold"/>
              </a:defRPr>
            </a:lvl1pPr>
          </a:lstStyle>
          <a:p>
            <a:r>
              <a:rPr lang="en-US" b="1" dirty="0"/>
              <a:t>Engineering/Design Knowledge Applied</a:t>
            </a:r>
          </a:p>
        </p:txBody>
      </p:sp>
      <p:sp>
        <p:nvSpPr>
          <p:cNvPr id="5" name="Lorem Ipsum is simply dummy text of the printing and typesetting industry. Lorem Ipsum has been the industry's standard dummy text ever since the 1500s, when an unknown printer took a galley of type and scrambled it to make a type specimen book. It has s">
            <a:extLst>
              <a:ext uri="{FF2B5EF4-FFF2-40B4-BE49-F238E27FC236}">
                <a16:creationId xmlns:a16="http://schemas.microsoft.com/office/drawing/2014/main" id="{12E01B9B-0C62-7430-394A-A39DD2350B8B}"/>
              </a:ext>
            </a:extLst>
          </p:cNvPr>
          <p:cNvSpPr txBox="1"/>
          <p:nvPr/>
        </p:nvSpPr>
        <p:spPr>
          <a:xfrm>
            <a:off x="2590907" y="7265583"/>
            <a:ext cx="15647690" cy="264174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0800" tIns="50800" rIns="50800" bIns="50800" numCol="1" anchor="ctr">
            <a:spAutoFit/>
          </a:bodyPr>
          <a:lstStyle>
            <a:lvl1pPr algn="l">
              <a:spcBef>
                <a:spcPts val="4500"/>
              </a:spcBef>
              <a:defRPr sz="3000">
                <a:solidFill>
                  <a:srgbClr val="000000"/>
                </a:solidFill>
                <a:latin typeface="Proxima Nova Rg"/>
                <a:ea typeface="Proxima Nova Rg"/>
                <a:cs typeface="Proxima Nova Rg"/>
                <a:sym typeface="Proxima Nova"/>
              </a:defRPr>
            </a:lvl1pPr>
          </a:lstStyle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Tools used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Methods applied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Problem-solving examples </a:t>
            </a:r>
          </a:p>
        </p:txBody>
      </p:sp>
    </p:spTree>
    <p:extLst>
      <p:ext uri="{BB962C8B-B14F-4D97-AF65-F5344CB8AC3E}">
        <p14:creationId xmlns:p14="http://schemas.microsoft.com/office/powerpoint/2010/main" val="41744071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E5ECDD-617B-A5C4-DB76-B402A4E43F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he American university of beirut: Challenges and opportunities.">
            <a:extLst>
              <a:ext uri="{FF2B5EF4-FFF2-40B4-BE49-F238E27FC236}">
                <a16:creationId xmlns:a16="http://schemas.microsoft.com/office/drawing/2014/main" id="{42E0C690-D0A6-030C-7814-1C1DE410E378}"/>
              </a:ext>
            </a:extLst>
          </p:cNvPr>
          <p:cNvSpPr txBox="1"/>
          <p:nvPr/>
        </p:nvSpPr>
        <p:spPr>
          <a:xfrm>
            <a:off x="15959857" y="677914"/>
            <a:ext cx="6753311" cy="45653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0800" tIns="50800" rIns="50800" bIns="50800">
            <a:spAutoFit/>
          </a:bodyPr>
          <a:lstStyle/>
          <a:p>
            <a:pPr algn="r">
              <a:defRPr sz="2300">
                <a:solidFill>
                  <a:srgbClr val="000000"/>
                </a:solidFill>
                <a:latin typeface="Proxima Nova Rg"/>
                <a:ea typeface="Proxima Nova Rg"/>
                <a:cs typeface="Proxima Nova Rg"/>
                <a:sym typeface="Proxima Nova"/>
              </a:defRPr>
            </a:pPr>
            <a:r>
              <a:rPr lang="en-US" dirty="0"/>
              <a:t>Title of Presentation Goes Here</a:t>
            </a:r>
            <a:endParaRPr dirty="0">
              <a:latin typeface="Proxima Nova Lt"/>
              <a:ea typeface="Proxima Nova Lt"/>
              <a:cs typeface="Proxima Nova Lt"/>
              <a:sym typeface="Proxima Nova Semibold"/>
            </a:endParaRPr>
          </a:p>
        </p:txBody>
      </p:sp>
      <p:sp>
        <p:nvSpPr>
          <p:cNvPr id="4" name="TITLE gOES HERE LOREM IPSUM DOLOR.">
            <a:extLst>
              <a:ext uri="{FF2B5EF4-FFF2-40B4-BE49-F238E27FC236}">
                <a16:creationId xmlns:a16="http://schemas.microsoft.com/office/drawing/2014/main" id="{B1CAA753-D3D5-A9FE-151C-9904886734FB}"/>
              </a:ext>
            </a:extLst>
          </p:cNvPr>
          <p:cNvSpPr txBox="1"/>
          <p:nvPr/>
        </p:nvSpPr>
        <p:spPr>
          <a:xfrm>
            <a:off x="2590907" y="5521723"/>
            <a:ext cx="20715142" cy="86433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50800" tIns="50800" rIns="50800" bIns="50800" numCol="1" anchor="t">
            <a:spAutoFit/>
          </a:bodyPr>
          <a:lstStyle>
            <a:lvl1pPr algn="l">
              <a:lnSpc>
                <a:spcPct val="90000"/>
              </a:lnSpc>
              <a:defRPr sz="5500" cap="all">
                <a:solidFill>
                  <a:srgbClr val="791633"/>
                </a:solidFill>
                <a:latin typeface="Proxima Nova Th"/>
                <a:ea typeface="Proxima Nova Th"/>
                <a:cs typeface="Proxima Nova Th"/>
                <a:sym typeface="Proxima Nova Extrabold"/>
              </a:defRPr>
            </a:lvl1pPr>
          </a:lstStyle>
          <a:p>
            <a:r>
              <a:rPr lang="en-US" b="1" dirty="0"/>
              <a:t>Key Learning Outcomes</a:t>
            </a:r>
          </a:p>
        </p:txBody>
      </p:sp>
      <p:sp>
        <p:nvSpPr>
          <p:cNvPr id="5" name="Lorem Ipsum is simply dummy text of the printing and typesetting industry. Lorem Ipsum has been the industry's standard dummy text ever since the 1500s, when an unknown printer took a galley of type and scrambled it to make a type specimen book. It has s">
            <a:extLst>
              <a:ext uri="{FF2B5EF4-FFF2-40B4-BE49-F238E27FC236}">
                <a16:creationId xmlns:a16="http://schemas.microsoft.com/office/drawing/2014/main" id="{0E632473-9819-C7DD-E78D-C8A8FF087EDA}"/>
              </a:ext>
            </a:extLst>
          </p:cNvPr>
          <p:cNvSpPr txBox="1"/>
          <p:nvPr/>
        </p:nvSpPr>
        <p:spPr>
          <a:xfrm>
            <a:off x="2590907" y="7265583"/>
            <a:ext cx="15647690" cy="264174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50800" tIns="50800" rIns="50800" bIns="50800" numCol="1" anchor="ctr">
            <a:spAutoFit/>
          </a:bodyPr>
          <a:lstStyle>
            <a:lvl1pPr algn="l">
              <a:spcBef>
                <a:spcPts val="4500"/>
              </a:spcBef>
              <a:defRPr sz="3000">
                <a:solidFill>
                  <a:srgbClr val="000000"/>
                </a:solidFill>
                <a:latin typeface="Proxima Nova Rg"/>
                <a:ea typeface="Proxima Nova Rg"/>
                <a:cs typeface="Proxima Nova Rg"/>
                <a:sym typeface="Proxima Nova"/>
              </a:defRPr>
            </a:lvl1pPr>
          </a:lstStyle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Technical learning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Professional skills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Challenges overcome</a:t>
            </a:r>
          </a:p>
        </p:txBody>
      </p:sp>
    </p:spTree>
    <p:extLst>
      <p:ext uri="{BB962C8B-B14F-4D97-AF65-F5344CB8AC3E}">
        <p14:creationId xmlns:p14="http://schemas.microsoft.com/office/powerpoint/2010/main" val="28031023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277C24-2119-6024-B5C8-06E058DF46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he American university of beirut: Challenges and opportunities.">
            <a:extLst>
              <a:ext uri="{FF2B5EF4-FFF2-40B4-BE49-F238E27FC236}">
                <a16:creationId xmlns:a16="http://schemas.microsoft.com/office/drawing/2014/main" id="{BB3F76FB-70FB-4A2C-0DA5-0C943007591F}"/>
              </a:ext>
            </a:extLst>
          </p:cNvPr>
          <p:cNvSpPr txBox="1"/>
          <p:nvPr/>
        </p:nvSpPr>
        <p:spPr>
          <a:xfrm>
            <a:off x="15959857" y="677914"/>
            <a:ext cx="6753311" cy="45653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50800" tIns="50800" rIns="50800" bIns="50800">
            <a:spAutoFit/>
          </a:bodyPr>
          <a:lstStyle/>
          <a:p>
            <a:pPr algn="r">
              <a:defRPr sz="2300">
                <a:solidFill>
                  <a:srgbClr val="000000"/>
                </a:solidFill>
                <a:latin typeface="Proxima Nova Rg"/>
                <a:ea typeface="Proxima Nova Rg"/>
                <a:cs typeface="Proxima Nova Rg"/>
                <a:sym typeface="Proxima Nova"/>
              </a:defRPr>
            </a:pPr>
            <a:r>
              <a:rPr lang="en-US" dirty="0"/>
              <a:t>Title of Presentation Goes Here</a:t>
            </a:r>
            <a:endParaRPr dirty="0">
              <a:latin typeface="Proxima Nova Lt"/>
              <a:ea typeface="Proxima Nova Lt"/>
              <a:cs typeface="Proxima Nova Lt"/>
              <a:sym typeface="Proxima Nova Semibold"/>
            </a:endParaRPr>
          </a:p>
        </p:txBody>
      </p:sp>
      <p:sp>
        <p:nvSpPr>
          <p:cNvPr id="4" name="TITLE gOES HERE LOREM IPSUM DOLOR.">
            <a:extLst>
              <a:ext uri="{FF2B5EF4-FFF2-40B4-BE49-F238E27FC236}">
                <a16:creationId xmlns:a16="http://schemas.microsoft.com/office/drawing/2014/main" id="{98A11AA5-B1B4-D29F-18E9-5857F13E3152}"/>
              </a:ext>
            </a:extLst>
          </p:cNvPr>
          <p:cNvSpPr txBox="1"/>
          <p:nvPr/>
        </p:nvSpPr>
        <p:spPr>
          <a:xfrm>
            <a:off x="2590907" y="5521723"/>
            <a:ext cx="20715142" cy="86433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0800" tIns="50800" rIns="50800" bIns="50800" numCol="1" anchor="t">
            <a:spAutoFit/>
          </a:bodyPr>
          <a:lstStyle>
            <a:lvl1pPr algn="l">
              <a:lnSpc>
                <a:spcPct val="90000"/>
              </a:lnSpc>
              <a:defRPr sz="5500" cap="all">
                <a:solidFill>
                  <a:srgbClr val="791633"/>
                </a:solidFill>
                <a:latin typeface="Proxima Nova Th"/>
                <a:ea typeface="Proxima Nova Th"/>
                <a:cs typeface="Proxima Nova Th"/>
                <a:sym typeface="Proxima Nova Extrabold"/>
              </a:defRPr>
            </a:lvl1pPr>
          </a:lstStyle>
          <a:p>
            <a:r>
              <a:rPr lang="en-US" b="1" dirty="0"/>
              <a:t>Reflection and Takeaways</a:t>
            </a:r>
          </a:p>
        </p:txBody>
      </p:sp>
      <p:sp>
        <p:nvSpPr>
          <p:cNvPr id="5" name="Lorem Ipsum is simply dummy text of the printing and typesetting industry. Lorem Ipsum has been the industry's standard dummy text ever since the 1500s, when an unknown printer took a galley of type and scrambled it to make a type specimen book. It has s">
            <a:extLst>
              <a:ext uri="{FF2B5EF4-FFF2-40B4-BE49-F238E27FC236}">
                <a16:creationId xmlns:a16="http://schemas.microsoft.com/office/drawing/2014/main" id="{C2A71A26-1704-3B05-AAA0-62389049758E}"/>
              </a:ext>
            </a:extLst>
          </p:cNvPr>
          <p:cNvSpPr txBox="1"/>
          <p:nvPr/>
        </p:nvSpPr>
        <p:spPr>
          <a:xfrm>
            <a:off x="2590907" y="7265583"/>
            <a:ext cx="15647690" cy="264174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0800" tIns="50800" rIns="50800" bIns="50800" numCol="1" anchor="ctr">
            <a:spAutoFit/>
          </a:bodyPr>
          <a:lstStyle>
            <a:lvl1pPr algn="l">
              <a:spcBef>
                <a:spcPts val="4500"/>
              </a:spcBef>
              <a:defRPr sz="3000">
                <a:solidFill>
                  <a:srgbClr val="000000"/>
                </a:solidFill>
                <a:latin typeface="Proxima Nova Rg"/>
                <a:ea typeface="Proxima Nova Rg"/>
                <a:cs typeface="Proxima Nova Rg"/>
                <a:sym typeface="Proxima Nova"/>
              </a:defRPr>
            </a:lvl1pPr>
          </a:lstStyle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Most valuable lesson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Career insights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Advice for future interns</a:t>
            </a:r>
          </a:p>
        </p:txBody>
      </p:sp>
    </p:spTree>
    <p:extLst>
      <p:ext uri="{BB962C8B-B14F-4D97-AF65-F5344CB8AC3E}">
        <p14:creationId xmlns:p14="http://schemas.microsoft.com/office/powerpoint/2010/main" val="9153165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FDAB9162-D0A7-4957-6FA6-7FBE007BC3F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en-L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BD3DA87-E526-3553-B058-AD6A75D795A9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/>
        <p:txBody>
          <a:bodyPr/>
          <a:lstStyle/>
          <a:p>
            <a:endParaRPr lang="en-LB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573AD426-3E22-B361-A1CD-FE911FF46072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  <p:txBody>
          <a:bodyPr/>
          <a:lstStyle/>
          <a:p>
            <a:endParaRPr lang="en-LB"/>
          </a:p>
        </p:txBody>
      </p:sp>
      <p:sp>
        <p:nvSpPr>
          <p:cNvPr id="5" name="A bridge to the highway!">
            <a:extLst>
              <a:ext uri="{FF2B5EF4-FFF2-40B4-BE49-F238E27FC236}">
                <a16:creationId xmlns:a16="http://schemas.microsoft.com/office/drawing/2014/main" id="{9FF79580-45EB-1204-DC3D-98169A46FE2D}"/>
              </a:ext>
            </a:extLst>
          </p:cNvPr>
          <p:cNvSpPr txBox="1"/>
          <p:nvPr/>
        </p:nvSpPr>
        <p:spPr>
          <a:xfrm>
            <a:off x="3413501" y="2979782"/>
            <a:ext cx="16431451" cy="16303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50800" tIns="50800" rIns="50800" bIns="50800">
            <a:spAutoFit/>
          </a:bodyPr>
          <a:lstStyle>
            <a:lvl1pPr algn="l">
              <a:lnSpc>
                <a:spcPct val="90000"/>
              </a:lnSpc>
              <a:defRPr sz="5500" cap="all">
                <a:solidFill>
                  <a:srgbClr val="791633"/>
                </a:solidFill>
                <a:latin typeface="Proxima Nova Th"/>
                <a:ea typeface="Proxima Nova Th"/>
                <a:cs typeface="Proxima Nova Th"/>
                <a:sym typeface="Proxima Nova Extrabold"/>
              </a:defRPr>
            </a:lvl1pPr>
          </a:lstStyle>
          <a:p>
            <a:pPr algn="ctr"/>
            <a:r>
              <a:rPr lang="en-US" b="1" dirty="0">
                <a:solidFill>
                  <a:srgbClr val="840032"/>
                </a:solidFill>
                <a:latin typeface="Helvetica" pitchFamily="2" charset="0"/>
              </a:rPr>
              <a:t>Replace any of the slides before with this more visual slide template</a:t>
            </a:r>
            <a:endParaRPr b="1" dirty="0">
              <a:solidFill>
                <a:srgbClr val="840032"/>
              </a:solidFill>
              <a:latin typeface="Helvetica" pitchFamily="2" charset="0"/>
            </a:endParaRPr>
          </a:p>
        </p:txBody>
      </p:sp>
      <p:sp>
        <p:nvSpPr>
          <p:cNvPr id="6" name="The American university of beirut: Challenges and opportunities.">
            <a:extLst>
              <a:ext uri="{FF2B5EF4-FFF2-40B4-BE49-F238E27FC236}">
                <a16:creationId xmlns:a16="http://schemas.microsoft.com/office/drawing/2014/main" id="{5B3E9B38-ECC5-2469-6210-68121152D308}"/>
              </a:ext>
            </a:extLst>
          </p:cNvPr>
          <p:cNvSpPr txBox="1"/>
          <p:nvPr/>
        </p:nvSpPr>
        <p:spPr>
          <a:xfrm>
            <a:off x="15959857" y="677914"/>
            <a:ext cx="6753311" cy="45653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0800" tIns="50800" rIns="50800" bIns="50800">
            <a:spAutoFit/>
          </a:bodyPr>
          <a:lstStyle/>
          <a:p>
            <a:pPr algn="r">
              <a:defRPr sz="2300">
                <a:solidFill>
                  <a:srgbClr val="000000"/>
                </a:solidFill>
                <a:latin typeface="Proxima Nova Rg"/>
                <a:ea typeface="Proxima Nova Rg"/>
                <a:cs typeface="Proxima Nova Rg"/>
                <a:sym typeface="Proxima Nova"/>
              </a:defRPr>
            </a:pPr>
            <a:r>
              <a:rPr lang="en-US" dirty="0"/>
              <a:t>Title of Presentation Goes Here</a:t>
            </a:r>
            <a:endParaRPr dirty="0">
              <a:latin typeface="Proxima Nova Lt"/>
              <a:ea typeface="Proxima Nova Lt"/>
              <a:cs typeface="Proxima Nova Lt"/>
              <a:sym typeface="Proxima Nova Semibold"/>
            </a:endParaRPr>
          </a:p>
        </p:txBody>
      </p:sp>
    </p:spTree>
    <p:extLst>
      <p:ext uri="{BB962C8B-B14F-4D97-AF65-F5344CB8AC3E}">
        <p14:creationId xmlns:p14="http://schemas.microsoft.com/office/powerpoint/2010/main" val="3145882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hank you.">
            <a:extLst>
              <a:ext uri="{FF2B5EF4-FFF2-40B4-BE49-F238E27FC236}">
                <a16:creationId xmlns:a16="http://schemas.microsoft.com/office/drawing/2014/main" id="{B4319C23-2995-A4C2-5E46-15A29F539897}"/>
              </a:ext>
            </a:extLst>
          </p:cNvPr>
          <p:cNvSpPr txBox="1"/>
          <p:nvPr/>
        </p:nvSpPr>
        <p:spPr>
          <a:xfrm>
            <a:off x="8125327" y="6128698"/>
            <a:ext cx="8133347" cy="7293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50800" tIns="50800" rIns="50800" bIns="50800">
            <a:spAutoFit/>
          </a:bodyPr>
          <a:lstStyle>
            <a:lvl1pPr algn="l">
              <a:lnSpc>
                <a:spcPct val="90000"/>
              </a:lnSpc>
              <a:defRPr sz="4500" b="1" cap="all">
                <a:solidFill>
                  <a:srgbClr val="FFFFFF"/>
                </a:solidFill>
                <a:latin typeface="Proxima Nova Rg"/>
                <a:ea typeface="Proxima Nova Rg"/>
                <a:cs typeface="Proxima Nova Rg"/>
                <a:sym typeface="Proxima Nova"/>
              </a:defRPr>
            </a:lvl1pPr>
          </a:lstStyle>
          <a:p>
            <a:pPr algn="ctr"/>
            <a:r>
              <a:rPr dirty="0">
                <a:latin typeface="Helvetica" pitchFamily="2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4112918770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30_BasicColor">
  <a:themeElements>
    <a:clrScheme name="30_BasicColor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30_BasicColor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30_BasicColo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3923</TotalTime>
  <Words>113</Words>
  <Application>Microsoft Office PowerPoint</Application>
  <PresentationFormat>Custom</PresentationFormat>
  <Paragraphs>33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Custom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Niveen Abi Ghannam</cp:lastModifiedBy>
  <cp:revision>48</cp:revision>
  <dcterms:modified xsi:type="dcterms:W3CDTF">2026-06-23T06:20:34Z</dcterms:modified>
</cp:coreProperties>
</file>